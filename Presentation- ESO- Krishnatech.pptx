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15.jpg" ContentType="image/png"/>
  <Override PartName="/ppt/media/image20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7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9144000" cy="6858000" type="screen4x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3C7D1-77B5-4DF3-83D1-8BA35A33DBEB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EB77B2-6B45-43A5-91D0-1185BE4BC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780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2000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52697" y="762000"/>
            <a:ext cx="2193989" cy="5334001"/>
          </a:xfrm>
          <a:prstGeom prst="rect">
            <a:avLst/>
          </a:prstGeom>
          <a:solidFill>
            <a:srgbClr val="C3C3C3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1298448"/>
            <a:ext cx="5486400" cy="3255264"/>
          </a:xfrm>
        </p:spPr>
        <p:txBody>
          <a:bodyPr anchor="b">
            <a:normAutofit/>
          </a:bodyPr>
          <a:lstStyle>
            <a:lvl1pPr algn="l">
              <a:defRPr sz="5400" spc="-100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11" y="4670246"/>
            <a:ext cx="54864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621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231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934" y="1298448"/>
            <a:ext cx="5486400" cy="3255264"/>
          </a:xfrm>
        </p:spPr>
        <p:txBody>
          <a:bodyPr anchor="b">
            <a:normAutofit/>
          </a:bodyPr>
          <a:lstStyle>
            <a:lvl1pPr>
              <a:defRPr sz="54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4650" y="4672584"/>
            <a:ext cx="54864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0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498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0934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63590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18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0934" y="1023586"/>
            <a:ext cx="260604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00934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3847" y="1023587"/>
            <a:ext cx="260604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3847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258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750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45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934" y="868680"/>
            <a:ext cx="54864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37560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763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7983" y="767419"/>
            <a:ext cx="6086423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40602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24326" y="6356351"/>
            <a:ext cx="44336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053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999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5750" y="990600"/>
            <a:ext cx="2114550" cy="4953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0934" y="868680"/>
            <a:ext cx="5486400" cy="512064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29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024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19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jpg"/><Relationship Id="rId2" Type="http://schemas.openxmlformats.org/officeDocument/2006/relationships/hyperlink" Target="Experience%20List-180925.pdf" TargetMode="Externa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jpg"/><Relationship Id="rId19" Type="http://schemas.openxmlformats.org/officeDocument/2006/relationships/image" Target="../media/image17.jpg"/><Relationship Id="rId4" Type="http://schemas.openxmlformats.org/officeDocument/2006/relationships/image" Target="../media/image2.jpg"/><Relationship Id="rId9" Type="http://schemas.openxmlformats.org/officeDocument/2006/relationships/image" Target="../media/image7.jpg"/><Relationship Id="rId14" Type="http://schemas.openxmlformats.org/officeDocument/2006/relationships/image" Target="../media/image12.png"/><Relationship Id="rId22" Type="http://schemas.openxmlformats.org/officeDocument/2006/relationships/image" Target="../media/image2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linkedin.com/company/krishnatech/?viewAsMember=tru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1978" y="225745"/>
            <a:ext cx="1140240" cy="129987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Company </a:t>
            </a:r>
            <a:br>
              <a:rPr lang="en-US" dirty="0" smtClean="0"/>
            </a:br>
            <a:r>
              <a:rPr lang="en-US" dirty="0" smtClean="0"/>
              <a:t>&amp; </a:t>
            </a:r>
            <a:br>
              <a:rPr lang="en-US" dirty="0" smtClean="0"/>
            </a:br>
            <a:r>
              <a:rPr lang="en-US" dirty="0" smtClean="0"/>
              <a:t>Concept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“Krishnatech”- Consulting and Engineering Services</a:t>
            </a:r>
          </a:p>
          <a:p>
            <a:pPr marL="0" indent="0">
              <a:buNone/>
            </a:pP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Protecting lives and assets starts with smart </a:t>
            </a:r>
            <a:r>
              <a:rPr lang="en-US" sz="2400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engineering</a:t>
            </a:r>
            <a:endParaRPr lang="en-US" sz="24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sz="2400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Design</a:t>
            </a:r>
            <a:r>
              <a:rPr lang="en-US" sz="2400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ing </a:t>
            </a:r>
            <a:r>
              <a:rPr sz="2400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Services- “</a:t>
            </a:r>
            <a:r>
              <a:rPr sz="2400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Outsourced</a:t>
            </a:r>
            <a:r>
              <a:rPr lang="en-US" sz="2400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 &amp;</a:t>
            </a:r>
            <a:r>
              <a:rPr sz="2400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i="1" dirty="0">
                <a:latin typeface="Calibri" panose="020F0502020204030204" pitchFamily="34" charset="0"/>
                <a:cs typeface="Calibri" panose="020F0502020204030204" pitchFamily="34" charset="0"/>
              </a:rPr>
              <a:t>Simplified</a:t>
            </a:r>
            <a:r>
              <a:rPr sz="2400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."</a:t>
            </a:r>
            <a:endParaRPr lang="en-US" sz="2400" i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“ESO”- “Engineering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Services Outsourcing </a:t>
            </a:r>
            <a:r>
              <a:rPr 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Company”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Many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consultants and contractors lack in-house </a:t>
            </a:r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design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ing</a:t>
            </a:r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resources.</a:t>
            </a:r>
          </a:p>
          <a:p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Hiring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full-time engineers is expensive and time-consuming.</a:t>
            </a:r>
          </a:p>
          <a:p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Compliance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with NBC, IS, </a:t>
            </a:r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NFPA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, OISD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&amp; FM</a:t>
            </a:r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codes requires specialized expertise.</a:t>
            </a:r>
          </a:p>
          <a:p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Deadlines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are often tight; flexibility is essential.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8124" y="214171"/>
            <a:ext cx="1140240" cy="12998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Concepting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, Consulting and Costing</a:t>
            </a:r>
          </a:p>
          <a:p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offer on-demand, outsourced fire system design consulting.</a:t>
            </a:r>
          </a:p>
          <a:p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Complete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ire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rotection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esign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ing</a:t>
            </a:r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delivered remotely.</a:t>
            </a:r>
          </a:p>
          <a:p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Expert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ational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nternational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ire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afety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odes.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State wise AHJ’s Local requirement Compliances.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White-label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service: You retain client-facing control</a:t>
            </a:r>
            <a:r>
              <a:rPr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8123" y="214171"/>
            <a:ext cx="1140240" cy="12998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Fire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Sprinkler and Hydrant </a:t>
            </a:r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Systems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Foam – Low, medium and high expansion </a:t>
            </a:r>
          </a:p>
          <a:p>
            <a:pPr marL="0" indent="0">
              <a:buNone/>
            </a:pP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and HVW &amp; MVW Spray Systems</a:t>
            </a:r>
          </a:p>
          <a:p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Water Curtain Deluge/</a:t>
            </a:r>
            <a:r>
              <a:rPr lang="en-IN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Mulsifyer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 Systems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Pump Selection and Water tank capacity calculations</a:t>
            </a:r>
          </a:p>
          <a:p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Hydraulic Analysis and Orifice Plate calculations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Fire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Alarm &amp; Detection Systems</a:t>
            </a:r>
          </a:p>
          <a:p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Gas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Suppression Systems </a:t>
            </a:r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panel and total</a:t>
            </a:r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As-Built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, GFC, and IFC Drawings</a:t>
            </a:r>
          </a:p>
          <a:p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Bill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of Quantities (BOQ) and Technical </a:t>
            </a:r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Documentation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Cost Estimation and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rocurement Assistance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Erection and Commissioning Supervision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Pre bid and post bid support for Tendering of Design and build projects.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8123" y="214171"/>
            <a:ext cx="1140240" cy="12998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</a:t>
            </a:r>
            <a:r>
              <a:rPr dirty="0" smtClean="0"/>
              <a:t> </a:t>
            </a:r>
            <a:r>
              <a:rPr dirty="0"/>
              <a:t>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300" dirty="0" smtClean="0">
                <a:latin typeface="Calibri" panose="020F0502020204030204" pitchFamily="34" charset="0"/>
                <a:cs typeface="Calibri" panose="020F0502020204030204" pitchFamily="34" charset="0"/>
              </a:rPr>
              <a:t>System Design Review and GAP - Auditing of Existing system as per Latest codes and standards</a:t>
            </a:r>
          </a:p>
          <a:p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Static and Seismic Support Designing and cost optimization of support </a:t>
            </a:r>
            <a:r>
              <a:rPr lang="en-US" sz="3300" dirty="0" smtClean="0">
                <a:latin typeface="Calibri" panose="020F0502020204030204" pitchFamily="34" charset="0"/>
                <a:cs typeface="Calibri" panose="020F0502020204030204" pitchFamily="34" charset="0"/>
              </a:rPr>
              <a:t>system</a:t>
            </a:r>
          </a:p>
          <a:p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Cost optimization through hydraulic designing of </a:t>
            </a:r>
            <a:r>
              <a:rPr lang="en-US" sz="3300" dirty="0" smtClean="0">
                <a:latin typeface="Calibri" panose="020F0502020204030204" pitchFamily="34" charset="0"/>
                <a:cs typeface="Calibri" panose="020F0502020204030204" pitchFamily="34" charset="0"/>
              </a:rPr>
              <a:t>system</a:t>
            </a:r>
            <a:r>
              <a:rPr lang="en-US" sz="33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300" dirty="0" smtClean="0">
                <a:latin typeface="Calibri" panose="020F0502020204030204" pitchFamily="34" charset="0"/>
                <a:cs typeface="Calibri" panose="020F0502020204030204" pitchFamily="34" charset="0"/>
              </a:rPr>
              <a:t>and right selection of MOC of products.</a:t>
            </a:r>
          </a:p>
          <a:p>
            <a:r>
              <a:rPr lang="en-US" sz="3300" dirty="0" smtClean="0">
                <a:latin typeface="Calibri" panose="020F0502020204030204" pitchFamily="34" charset="0"/>
                <a:cs typeface="Calibri" panose="020F0502020204030204" pitchFamily="34" charset="0"/>
              </a:rPr>
              <a:t>Servicing of existing equipment’s like Deluge valve, DVLCP, Automation of fire pump room, checking system Healthiness and functionality.</a:t>
            </a:r>
          </a:p>
          <a:p>
            <a:r>
              <a:rPr lang="en-US" sz="3300" dirty="0" smtClean="0">
                <a:latin typeface="Calibri" panose="020F0502020204030204" pitchFamily="34" charset="0"/>
                <a:cs typeface="Calibri" panose="020F0502020204030204" pitchFamily="34" charset="0"/>
              </a:rPr>
              <a:t>Compressed Air system.</a:t>
            </a:r>
          </a:p>
          <a:p>
            <a:r>
              <a:rPr lang="en-US" sz="3300" dirty="0" smtClean="0">
                <a:latin typeface="Calibri" panose="020F0502020204030204" pitchFamily="34" charset="0"/>
                <a:cs typeface="Calibri" panose="020F0502020204030204" pitchFamily="34" charset="0"/>
              </a:rPr>
              <a:t>Plumbing/ PHE system designing- Water demand/ water balance calculation, Rain water, Sewage/ Drainage, Water supply, STP &amp; WTP calculations and Selection etc.</a:t>
            </a:r>
          </a:p>
          <a:p>
            <a:r>
              <a:rPr lang="en-US" sz="3300" dirty="0" smtClean="0">
                <a:latin typeface="Calibri" panose="020F0502020204030204" pitchFamily="34" charset="0"/>
                <a:cs typeface="Calibri" panose="020F0502020204030204" pitchFamily="34" charset="0"/>
              </a:rPr>
              <a:t>Budget preparation with Quotation Support</a:t>
            </a:r>
          </a:p>
          <a:p>
            <a:r>
              <a:rPr lang="en-US" sz="3300" dirty="0" smtClean="0">
                <a:latin typeface="Calibri" panose="020F0502020204030204" pitchFamily="34" charset="0"/>
                <a:cs typeface="Calibri" panose="020F0502020204030204" pitchFamily="34" charset="0"/>
              </a:rPr>
              <a:t>Value Engineering</a:t>
            </a:r>
          </a:p>
          <a:p>
            <a:r>
              <a:rPr lang="en-US" sz="3300" dirty="0" smtClean="0">
                <a:latin typeface="Calibri" panose="020F0502020204030204" pitchFamily="34" charset="0"/>
                <a:cs typeface="Calibri" panose="020F0502020204030204" pitchFamily="34" charset="0"/>
              </a:rPr>
              <a:t>Getting Third party approvals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359" y="214171"/>
            <a:ext cx="918063" cy="104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939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/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Share project inputs (drawings, specs, requirements)</a:t>
            </a:r>
          </a:p>
          <a:p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design and develop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DBR+</a:t>
            </a:r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CAD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drawings + documents</a:t>
            </a:r>
          </a:p>
          <a:p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You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review and provide feedback (if any)</a:t>
            </a:r>
          </a:p>
          <a:p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finalize and deliver the complete package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414" y="182562"/>
            <a:ext cx="1140240" cy="12998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Choose Us?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25</a:t>
            </a:r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+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years of experience in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ire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rotection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field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Well-versed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in NBC, NFPA,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OISD </a:t>
            </a:r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IS codes</a:t>
            </a:r>
          </a:p>
          <a:p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Cost-effective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and scalable for all project sizes</a:t>
            </a:r>
          </a:p>
          <a:p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Fast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turnaround and deadline-friendly</a:t>
            </a:r>
          </a:p>
          <a:p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100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% confidential and </a:t>
            </a:r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professional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Detailing to the level of Contracting at Consulting time to minimize the costs and maximize profits</a:t>
            </a:r>
            <a:r>
              <a:rPr lang="en-US" dirty="0" smtClean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269" y="182562"/>
            <a:ext cx="1140240" cy="12998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</a:t>
            </a:r>
            <a:r>
              <a:rPr dirty="0" smtClean="0"/>
              <a:t> </a:t>
            </a:r>
            <a:r>
              <a:rPr dirty="0"/>
              <a:t>Clients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6655" y="863231"/>
            <a:ext cx="5486400" cy="21212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PSU’s</a:t>
            </a:r>
          </a:p>
          <a:p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MEP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Consultants</a:t>
            </a:r>
          </a:p>
          <a:p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Fire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Protection </a:t>
            </a:r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Contractors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MEP/EPC &amp; Turnkey Project Companies</a:t>
            </a:r>
          </a:p>
          <a:p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Architects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&amp; Interior Designers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  <a:hlinkClick r:id="rId2" action="ppaction://hlinkfile"/>
              </a:rPr>
              <a:t>Experience List-180925.pdf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6560" y="182562"/>
            <a:ext cx="1140240" cy="129987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426" y="3080121"/>
            <a:ext cx="653103" cy="8185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6219" y="3235122"/>
            <a:ext cx="1126596" cy="552032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896" y="5733391"/>
            <a:ext cx="1200000" cy="403693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8026" y="6230168"/>
            <a:ext cx="1753455" cy="33333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222" y="4079319"/>
            <a:ext cx="1457143" cy="504762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905" y="4867138"/>
            <a:ext cx="757216" cy="712674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2287" y="3216620"/>
            <a:ext cx="952500" cy="51435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8279" y="4725553"/>
            <a:ext cx="1285714" cy="885714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1207" y="3943876"/>
            <a:ext cx="933580" cy="514422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253" y="4779721"/>
            <a:ext cx="935783" cy="783718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2287" y="4677219"/>
            <a:ext cx="1066949" cy="819264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9513" y="6254324"/>
            <a:ext cx="2676190" cy="438095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0377" y="5615641"/>
            <a:ext cx="1331104" cy="495369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311" y="3871471"/>
            <a:ext cx="1378445" cy="721874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952" y="3182836"/>
            <a:ext cx="1125502" cy="609095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89" y="6323409"/>
            <a:ext cx="3175000" cy="368300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864" y="3095142"/>
            <a:ext cx="860256" cy="776329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898" y="5606518"/>
            <a:ext cx="1981477" cy="546604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026" y="4074067"/>
            <a:ext cx="1429779" cy="5436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/ 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Let us handle your fire design workload while you focus on execution.</a:t>
            </a:r>
          </a:p>
          <a:p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**Contact:**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Piyush Jain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solutionswithktc@gmail.com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9769367666</a:t>
            </a:r>
          </a:p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https://www.linkedin.com/company/krishnatech/?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viewAsMember=true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Let’s build fire-safe spaces together.*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8545" y="182562"/>
            <a:ext cx="969818" cy="11055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394</TotalTime>
  <Words>496</Words>
  <Application>Microsoft Office PowerPoint</Application>
  <PresentationFormat>On-screen Show (4:3)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Corbel</vt:lpstr>
      <vt:lpstr>Wingdings 2</vt:lpstr>
      <vt:lpstr>Frame</vt:lpstr>
      <vt:lpstr>Company  &amp;  Concept</vt:lpstr>
      <vt:lpstr>The Problem</vt:lpstr>
      <vt:lpstr>Our Solution</vt:lpstr>
      <vt:lpstr>Our Services</vt:lpstr>
      <vt:lpstr>Other Services</vt:lpstr>
      <vt:lpstr>Workflow / How It Works</vt:lpstr>
      <vt:lpstr>Why Choose Us?</vt:lpstr>
      <vt:lpstr>Our Clients</vt:lpstr>
      <vt:lpstr>Contact / Call to Action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Piyush</cp:lastModifiedBy>
  <cp:revision>22</cp:revision>
  <cp:lastPrinted>2025-05-18T20:28:53Z</cp:lastPrinted>
  <dcterms:created xsi:type="dcterms:W3CDTF">2013-01-27T09:14:16Z</dcterms:created>
  <dcterms:modified xsi:type="dcterms:W3CDTF">2026-03-03T13:54:09Z</dcterms:modified>
  <cp:category/>
</cp:coreProperties>
</file>